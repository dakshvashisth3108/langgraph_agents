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2296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MULTI-AGENT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AI system that routes user requests to the right specialist agent — powered by Ollama running qwen3:8b 100% locally on your machine.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484632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48463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59936" y="4846320"/>
            <a:ext cx="987552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9936" y="48463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84648" y="4846320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48463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38544" y="484632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48463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57032" y="4846320"/>
            <a:ext cx="987552" cy="32918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48463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577840"/>
            <a:ext cx="50292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577840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577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</a:t>
            </a:r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Vashisth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github.com/Dakshvashisth3108/Langgraph_agents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multi-agent system?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73152" cy="4297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One giant 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tries to do everything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specialise — one prompt for all tasks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debug — opaque single inference call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separation of concerns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behaviour means rewriting the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boundary between use-cases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94960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37360"/>
            <a:ext cx="73152" cy="4297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 team of specialists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focused agents + a router that picks the right 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its own prompt, temperature, behaviour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in isolation — pure 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 — drop in a new agent + register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intelligently classifies intent with confidence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threads through the whole graph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what each piece does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8B LLM — runs locally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78308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783080"/>
            <a:ext cx="73152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0116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0332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03320" y="3108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runtime (port 11434)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783080"/>
            <a:ext cx="73152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2940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3108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abstraction &amp; message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178308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0" y="178308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5480" y="201168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🕸️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5548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555480" y="3108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graph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9776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7724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7240" y="5303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Python web chat UI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0" y="397764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0" y="397764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03320" y="42062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370332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703320" y="5303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Glue, agents, state, utils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97764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3977640"/>
            <a:ext cx="73152" cy="1920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4206240"/>
            <a:ext cx="640080" cy="6400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62940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629400" y="5303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.env config at runtime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326880" y="397764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326880" y="3977640"/>
            <a:ext cx="73152" cy="192024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55480" y="4206240"/>
            <a:ext cx="640080" cy="640080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554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55548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prompts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9555480" y="5303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.txt templates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CONNECT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the flow at a glance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0" y="16916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237744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14800" y="2880360"/>
            <a:ext cx="3931920" cy="914400"/>
          </a:xfrm>
          <a:prstGeom prst="roundRect">
            <a:avLst>
              <a:gd name="adj" fmla="val 1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880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ROUTER AGENT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classifies intent (with confidence gate)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852160" y="4023360"/>
            <a:ext cx="457200" cy="45720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4480560"/>
            <a:ext cx="-3291840" cy="45720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4480560"/>
            <a:ext cx="3291840" cy="45720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65760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story_agent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54480" y="49377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937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MOVIE 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plots, spoiler-light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49377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937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STORY 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short creative stories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58400" y="1691640"/>
            <a:ext cx="16916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0" y="1691640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556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95560" y="21031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selected_agent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State flows top-down through nodes; conditional edge picks the branch.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— one job per folder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7784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multi_agent_system/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             # specialist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_base.py        # shared run_agent()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movie_agent.py  # 🎬 movie expert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story_agent.py  # 📖 storyteller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router_agent.py # 🚦 LLM-based router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graph/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workflow.py     # LangGraph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prompts/            # plain-text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movie_prompt.txt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story_prompt.txt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llm.py          # one ChatOllama factory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memory.py       # windowed message buffer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logging_setup.py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frontend/app.py     # Streamlit chat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     # terminal chatbot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783080"/>
            <a:ext cx="73152" cy="10332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086600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folder, one job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240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graph, prompts, utils, frontend each own a single responsibility.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944368"/>
            <a:ext cx="525780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944368"/>
            <a:ext cx="73152" cy="10332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944368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3081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as .txt files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4015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Non-developers can tune model behaviour without touching Python.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4105656"/>
            <a:ext cx="525780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105656"/>
            <a:ext cx="73152" cy="10332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05656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86600" y="42428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loader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56285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utils/llm.py is the only place that knows about Ollama. Swap providers in one file.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5266944"/>
            <a:ext cx="5257800" cy="103327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5266944"/>
            <a:ext cx="73152" cy="10332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266944"/>
            <a:ext cx="548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86600" y="54041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agent base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57241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_base.run_agent() captures load-prompt → call-LLM → handle-errors once.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ROUTING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agent — intelligent intent classification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858000" cy="135331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29968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29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8308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reads the user message + recent history and emits JSON: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"agent": "movie_agent", "confidence": 0.95, "reason": "…" 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6858000" cy="135331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64408"/>
            <a:ext cx="73152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11296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112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78308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3767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≥ 0.60 → trust the LLM's pick.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below → default to story_agent (safer fallback).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6858000" cy="1353312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745736"/>
            <a:ext cx="73152" cy="13533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92624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926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783080" y="4910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safety net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83080" y="52486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LLM is unreachable or its output is unparseable, fall back to a simple keyword match on movie / film / plot / cinema / story of.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1783080"/>
            <a:ext cx="4023360" cy="4434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783080"/>
            <a:ext cx="73152" cy="4434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LLM-driven?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8638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keywords can't handle follow-ups.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30175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017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else has that director made?"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3794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movie keyword — but the LLM sees the prior turn was about Inception and confidently routes to MovieAgent.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63840" y="5074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History-aware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Confidence-gated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Resilient to LLM downtime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THE WORKERS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— small, focused, swappable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32120" cy="43891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389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MovieAgent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Spoiler-light film expert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movie_prompt.txt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plots in &lt;120 words, avoid major spoilers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783080"/>
            <a:ext cx="5532120" cy="43891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783080"/>
            <a:ext cx="73152" cy="4389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196596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980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StoryAgent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short-story writer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file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story_prompt.txt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 word stories with beginning, middle, end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THE WIRING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— the state machine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675120" cy="4434840"/>
          </a:xfrm>
          <a:prstGeom prst="rect">
            <a:avLst/>
          </a:prstGeom>
          <a:solidFill>
            <a:srgbClr val="0B1220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434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graph/workflow.py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6217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START, END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GraphState(TypedDict, total=False):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selected_agent: 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history: list[BaseMessage]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StateGraph(GraphState)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graph.add_node("router_agent", router_agent)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graph.add_node("movie_agent",  movie_agent)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graph.add_node("story_agent",  story_agent)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graph.add_edge(START, "router_agent")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"router_agent", _route_decision,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"movie_agent": "movie_agent",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"story_agent": "story_agent"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graph.add_edge("movie_agent", END)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graph.add_edge("story_agent", END)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graph.compile()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783080"/>
            <a:ext cx="4206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52360" y="1783080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783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8388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388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functions: state in → state out.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2360" y="2912364"/>
            <a:ext cx="4206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52360" y="2912364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912364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83880" y="30495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33695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arrows: START → router → specialist → END.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52360" y="4041648"/>
            <a:ext cx="4206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4041648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404164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83880" y="4178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4498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state field to dynamically pick the next node.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5170932"/>
            <a:ext cx="4206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52360" y="5170932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5170932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83880" y="53080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(TypedDict)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83880" y="56281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typed dictionary flowing through every node.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SHORT-TERM 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letting follow-ups make sense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574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196596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5603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1783080"/>
            <a:ext cx="20574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783080"/>
            <a:ext cx="73152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7580" y="196596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75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880360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memory.get_messages()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1783080"/>
            <a:ext cx="20574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783080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7860" y="19659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78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🕸️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workflow.invoke()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25603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69480" y="1783080"/>
            <a:ext cx="20574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17830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8140" y="19659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81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60920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injects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prompt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26880" y="256032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9760" y="1783080"/>
            <a:ext cx="20574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09760" y="1783080"/>
            <a:ext cx="73152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8420" y="196596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184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601200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memory.add()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594360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3657600"/>
            <a:ext cx="73152" cy="2606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ConversationMemory  ·  utils/memory.py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" y="4114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windowed buffer of LangChain HumanMessage / AIMessage objects, auto-trimmed via trim_messages() to the last 10 messages.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484632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add_user_message(content)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add_assistant_message(content)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get_messages()  →  list[BaseMessage]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20840" y="3657600"/>
            <a:ext cx="49377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20840" y="3657600"/>
            <a:ext cx="73152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11480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</a:rPr>
              <a:t>Without memory: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F43F5E"/>
                </a:solidFill>
              </a:rPr>
              <a:t>"What else has that director made?" → confused.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</a:rPr>
              <a:t>With memory: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10B981"/>
                </a:solidFill>
              </a:rPr>
              <a:t>The LLM sees the prior turn was about Inception →  answers about Christopher Nolan correctly.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END-TO-END TRACE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— one query, step by step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input:  </a:t>
            </a:r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the plot of Inception"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catches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7249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frontend/app.py calls workflow.invoke({user_input, history})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enters router_agent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64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passes the state into the router node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classifies with qwen3:8b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050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{ agent: 'movie_agent', confidence: 0.95 }  →  passes confidence gate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dispatches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645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_route_decision reads state['selected_agent'] = 'movie_agent'  →  routes there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5010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MovieAgent runs _base.run_agent()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52852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movie_prompt.txt, injects history, calls Ollama, strips &lt;think&gt; blocks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502920" cy="502920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5650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+ memory updates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59253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🎬 badge + reply; memory appends both messages for the next turn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AGENTS/_BASE.PY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the shared agent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675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148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blank queries early — save a model call.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6675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79192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1635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2770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prompt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044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prompts/&lt;name&gt;.txt  ·  raise FileNotFoundError if missing.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6675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575304"/>
            <a:ext cx="73152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12464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🧷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3666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template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410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{history} and {user_input} placeholders with real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71416"/>
            <a:ext cx="6675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471416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60857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1732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get_llm(temperature, max_tokens) → ChatOllama → qwen3:8b.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67528"/>
            <a:ext cx="6675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367528"/>
            <a:ext cx="73152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5504688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417320" y="5458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output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17320" y="5733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&lt;think&gt;…&lt;/think&gt; reasoning blocks before returning text.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1783080"/>
            <a:ext cx="4206240" cy="4434840"/>
          </a:xfrm>
          <a:prstGeom prst="rect">
            <a:avLst/>
          </a:prstGeom>
          <a:solidFill>
            <a:srgbClr val="0B1220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52360" y="1783080"/>
            <a:ext cx="73152" cy="4434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agents/movie_agent.py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35240" y="21945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get_movie_response(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history=None,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run_agent(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agent_name="movie_agent",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prompt_file="movie_prompt.txt",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user_input=user_input,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history=history,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temperature=0.5,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max_tokens=1024,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5532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Adding a new agent = ~25 lines.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— what it costs to run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per turn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router + 1 specialist)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0420" y="178308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0420" y="1783080"/>
            <a:ext cx="73152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186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5186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growth per 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186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auto-trimmed to last 10 msgs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78308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783080"/>
            <a:ext cx="73152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5 GB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for qwen3:8b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Q4_K_M quantized weights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83980" y="178308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83980" y="178308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542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7542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7542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1110996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03320"/>
            <a:ext cx="73152" cy="2606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840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breakdown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4251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251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LLM classification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6052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0.3 – 1 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200 in / ~ 60 out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526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temp=0.0, deterministic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" y="4873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LLM (movie)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4873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2 – 5 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4873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400 in / ~ 250 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4873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temp=0.5, factual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221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LLM (story)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60520" y="52212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4 – 8 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5221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400 in / ~ 600 out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52212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temp=0.9, creative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5568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overhead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60520" y="5568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 ms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63640" y="5568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0" y="5568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Python, in-process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" y="5916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query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60520" y="5916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2 – 10 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63640" y="5916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59161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model inference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RESILIENCE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— failure modes &amp; safety nets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703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21945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1947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is down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fails on /  (port 11434)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OllamaConnectionError caught everywhere → user sees: "Please run `ollama serve` and `ollama pull qwen3:8b`."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703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78308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20640" y="1947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 missing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560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load_prompt() can't find prompts/&lt;name&gt;.txt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154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33375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 → friendly inline error in the chat bubble (not a crash).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3703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783080"/>
            <a:ext cx="73152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915400" y="1947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output unparseable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560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returns invalid JSON or unknown agent label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154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33375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keyword matching → still resolves to a valid agent.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3703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114800"/>
            <a:ext cx="73152" cy="2194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325880" y="4279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leaks reasoning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92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5074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&lt;think&gt;...&lt;/think&gt; blocks appear in the response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4864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5669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_strip_thinking() regex removes them before the text reaches the UI.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43400" y="4114800"/>
            <a:ext cx="3703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43400" y="411480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✋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120640" y="4279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blank input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26280" y="4892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5074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an empty message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26280" y="54864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26280" y="5669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returns a polite "please share something" — zero model cost.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138160" y="4114800"/>
            <a:ext cx="3703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38160" y="4114800"/>
            <a:ext cx="73152" cy="2194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💥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8915400" y="4279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exception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21040" y="4892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21040" y="5074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goes wrong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21040" y="54864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21040" y="5669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logs full traceback → UI shows "⚠️ Something went wrong" → app stays alive.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THE USER-FACING SKIN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modern Streamlit chat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589520" cy="452628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58952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92808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8928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8928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8288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·  LangGraph Multi-Agent 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194560"/>
            <a:ext cx="173736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Info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</a:rPr>
              <a:t>Model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qwen3:8b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</a:rPr>
              <a:t>Framework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</a:rPr>
              <a:t>Backend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2286000"/>
            <a:ext cx="274320" cy="2743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 14:32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4640" y="2560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the plot of Inception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154680"/>
            <a:ext cx="274320" cy="2743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154680"/>
            <a:ext cx="2139696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15468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MovieAgent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Inception (2010, Sci-Fi Thriller, dir. Christopher Nolan)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886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skilled thief who steals secrets from people's dreams is offered a chance to redeem his life — if he can pull off the impossible: planting an idea inside a corporate heir's mind.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5166360"/>
            <a:ext cx="274320" cy="2743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 14:35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dragon afraid of fire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68880" y="5806440"/>
            <a:ext cx="274320" cy="2743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5806440"/>
            <a:ext cx="2139696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580644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StoryAgent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1783080"/>
            <a:ext cx="329184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1783080"/>
            <a:ext cx="73152" cy="4526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Features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49640" y="2377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068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chat history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49640" y="2834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🎟️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0068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agent badges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49640" y="3291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068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per message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49640" y="3749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00684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 during inference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49640" y="4206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00684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transcript (.json)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49640" y="4663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00684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clear chat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49640" y="5120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00684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 metric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49640" y="5577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006840" y="5577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 messages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— where this grows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MusicAgent (recommend songs)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BookAgent (reading suggestions)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TranslatorAgent (auto-detect language)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Reset / Clear via UI buttons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65760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78308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9202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578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via vector store (FAISS/Chroma)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— let agents search the web or query DBs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chains — one agent's output → another's input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each node + integration tests for the graph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for observability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65760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78308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9202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068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21040" y="274320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pauses for sensitive steps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loops with a Critic agent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via FastAPI + WebSocket streaming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 Ollama + the app for one-command deploy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in/out (Whisper + a TTS model)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System  ·  Daksh Vashisth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system.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agents · Smart routing · Local-first inference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200400"/>
            <a:ext cx="7315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conditional edge → specialist (LangGraph state machine)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10515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767328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673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7673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classifies intent with confidence; agents reason in context via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334256"/>
            <a:ext cx="10515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34256"/>
            <a:ext cx="7315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342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🦾  Resilience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433425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checks, three-tier exception handling, keyword fallback, &lt;think&gt; stripping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901184"/>
            <a:ext cx="10515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901184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901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Modularity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49011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agent in ~25 lines — prompt file + run_agent() configuration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github.com/Dakshvashisth3108/Langgraph_agents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Multi-Agent System</dc:title>
  <dc:subject>Architecture, implementation, and tech stack overview</dc:subject>
  <dc:creator>Daksh Vashisth</dc:creator>
  <cp:lastModifiedBy>Daksh Vashisth</cp:lastModifiedBy>
  <cp:revision>1</cp:revision>
  <dcterms:created xsi:type="dcterms:W3CDTF">2026-05-22T12:41:10Z</dcterms:created>
  <dcterms:modified xsi:type="dcterms:W3CDTF">2026-05-22T12:41:10Z</dcterms:modified>
</cp:coreProperties>
</file>